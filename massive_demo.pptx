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29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39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49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59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69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79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89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91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92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93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94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95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96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97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98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99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Demo Presentation - 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for slide 100</a:t>
            </a:r>
          </a:p>
          <a:p>
            <a:r>
              <a:t>Bullet 1: Detailed sample content covering architecture, databases, Rust development, vector search, AI systems, and testing.</a:t>
            </a:r>
          </a:p>
          <a:p>
            <a:r>
              <a:t>Bullet 2: Detailed sample content covering architecture, databases, Rust development, vector search, AI systems, and testing.</a:t>
            </a:r>
          </a:p>
          <a:p>
            <a:r>
              <a:t>Bullet 3: Detailed sample content covering architecture, databases, Rust development, vector search, AI systems, and testing.</a:t>
            </a:r>
          </a:p>
          <a:p>
            <a:r>
              <a:t>Bullet 4: Detailed sample content covering architecture, databases, Rust development, vector search, AI systems, and testing.</a:t>
            </a:r>
          </a:p>
          <a:p>
            <a:r>
              <a:t>Bullet 5: Detailed sample content covering architecture, databases, Rust development, vector search, AI systems, and testing.</a:t>
            </a:r>
          </a:p>
          <a:p>
            <a:r>
              <a:t>Bullet 6: Detailed sample content covering architecture, databases, Rust development, vector search, AI systems, and testing.</a:t>
            </a:r>
          </a:p>
          <a:p>
            <a:r>
              <a:t>Bullet 7: Detailed sample content covering architecture, databases, Rust development, vector search, AI systems, and testing.</a:t>
            </a:r>
          </a:p>
          <a:p>
            <a:r>
              <a:t>Bullet 8: Detailed sample content covering architecture, databases, Rust development, vector search, AI systems, and testing.</a:t>
            </a:r>
          </a:p>
          <a:p>
            <a:r>
              <a:t>Bullet 9: Detailed sample content covering architecture, databases, Rust development, vector search, AI systems, and testing.</a:t>
            </a:r>
          </a:p>
          <a:p>
            <a:r>
              <a:t>Bullet 10: Detailed sample content covering architecture, databases, Rust development, vector search, AI systems, and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