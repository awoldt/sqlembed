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Solar System consists of the Sun, eight planets, dwarf planets, moons,</a:t>
            </a:r>
          </a:p>
          <a:p>
            <a:r>
              <a:t>asteroids, comets, and other objects. The Sun contains over 99% of the system's</a:t>
            </a:r>
          </a:p>
          <a:p>
            <a:r>
              <a:t>mass. Mercury is the closest planet to the Sun, while Neptune is the farthest.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Mercury, Venus, Earth, 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Mercury has extreme temperature swings. Venus has a dense atmosphere and runaway</a:t>
            </a:r>
          </a:p>
          <a:p>
            <a:r>
              <a:t>greenhouse effect. Earth supports life and has liquid water. Mars contains the</a:t>
            </a:r>
          </a:p>
          <a:p>
            <a:r>
              <a:t>largest volcano in the Solar System, Olympus Mons.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Gas Giants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Jupiter is the largest planet and has a powerful magnetic field. Saturn is known</a:t>
            </a:r>
          </a:p>
          <a:p>
            <a:r>
              <a:t>for its rings. Uranus rotates on its side. Neptune has extremely strong winds.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missions include Apollo, Voyager, Cassini, New Horizons, Curiosity,</a:t>
            </a:r>
          </a:p>
          <a:p>
            <a:r>
              <a:t>Perseverance, and James Webb Space Telescope. These missions have expanded our</a:t>
            </a:r>
          </a:p>
          <a:p>
            <a:r>
              <a:t>understanding of the universe.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intelligence, cloud computing, cybersecurity, edge computing, and</a:t>
            </a:r>
          </a:p>
          <a:p>
            <a:r>
              <a:t>quantum computing are transforming industries. Organizations increasingly rely</a:t>
            </a:r>
          </a:p>
          <a:p>
            <a:r>
              <a:t>on automation and data-driven decision 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programming languages include Rust, Go, Python, JavaScript, and</a:t>
            </a:r>
          </a:p>
          <a:p>
            <a:r>
              <a:t>TypeScript. Modern development practices emphasize testing, CI/CD,</a:t>
            </a:r>
          </a:p>
          <a:p>
            <a:r>
              <a:t>observability, and infrastructure as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Relational databases include PostgreSQL, MySQL, SQL Server, and Oracle. Vector</a:t>
            </a:r>
          </a:p>
          <a:p>
            <a:r>
              <a:t>databases and vector extensions enable semantic search and AI-powered retrieval</a:t>
            </a:r>
          </a:p>
          <a:p>
            <a:r>
              <a:t>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was generated automatically as sample content for testing</a:t>
            </a:r>
          </a:p>
          <a:p>
            <a:r>
              <a:t>parsers and document processing tools. It contains multiple slides, headings,</a:t>
            </a:r>
          </a:p>
          <a:p>
            <a:r>
              <a:t>and paragraphs of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