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PPTX 1 -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PPTX 1 -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PPTX 1 -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PPTX 1 -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PPTX 1 -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PPTX 1 - 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PPTX 1 - 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PPTX 1 - 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PPTX 1 - 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PPTX 1 - 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>
            <a:r>
              <a:t>Sample bullet content for parsing.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