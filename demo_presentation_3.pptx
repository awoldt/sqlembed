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3 -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10.</a:t>
            </a:r>
          </a:p>
          <a:p>
            <a:r>
              <a:t>Contains sample bullet points and content for parser testing.</a:t>
            </a:r>
          </a:p>
          <a:p>
            <a:r>
              <a:t>Presentation #3.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