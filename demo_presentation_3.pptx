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3 - 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3 - 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3 - Slide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3 - Slide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3 - Slide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3 - Slide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3 - Slide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3 - Slide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3 - Slide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PPTX 3 - Slide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>
            <a:r>
              <a:t>Sample bullet content for parsing.</a:t>
            </a:r>
          </a:p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