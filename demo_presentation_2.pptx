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Presentation 2 -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1.</a:t>
            </a:r>
          </a:p>
          <a:p>
            <a:r>
              <a:t>Contains sample bullet points and content for parser testing.</a:t>
            </a:r>
          </a:p>
          <a:p>
            <a:r>
              <a:t>Presentation #2.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Presentation 2 -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2.</a:t>
            </a:r>
          </a:p>
          <a:p>
            <a:r>
              <a:t>Contains sample bullet points and content for parser testing.</a:t>
            </a:r>
          </a:p>
          <a:p>
            <a:r>
              <a:t>Presentation #2.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Presentation 2 -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3.</a:t>
            </a:r>
          </a:p>
          <a:p>
            <a:r>
              <a:t>Contains sample bullet points and content for parser testing.</a:t>
            </a:r>
          </a:p>
          <a:p>
            <a:r>
              <a:t>Presentation #2.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Presentation 2 - 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4.</a:t>
            </a:r>
          </a:p>
          <a:p>
            <a:r>
              <a:t>Contains sample bullet points and content for parser testing.</a:t>
            </a:r>
          </a:p>
          <a:p>
            <a:r>
              <a:t>Presentation #2.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Presentation 2 - 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5.</a:t>
            </a:r>
          </a:p>
          <a:p>
            <a:r>
              <a:t>Contains sample bullet points and content for parser testing.</a:t>
            </a:r>
          </a:p>
          <a:p>
            <a:r>
              <a:t>Presentation #2.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Presentation 2 - 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6.</a:t>
            </a:r>
          </a:p>
          <a:p>
            <a:r>
              <a:t>Contains sample bullet points and content for parser testing.</a:t>
            </a:r>
          </a:p>
          <a:p>
            <a:r>
              <a:t>Presentation #2.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Presentation 2 - 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7.</a:t>
            </a:r>
          </a:p>
          <a:p>
            <a:r>
              <a:t>Contains sample bullet points and content for parser testing.</a:t>
            </a:r>
          </a:p>
          <a:p>
            <a:r>
              <a:t>Presentation #2.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Presentation 2 - 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8.</a:t>
            </a:r>
          </a:p>
          <a:p>
            <a:r>
              <a:t>Contains sample bullet points and content for parser testing.</a:t>
            </a:r>
          </a:p>
          <a:p>
            <a:r>
              <a:t>Presentation #2.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Presentation 2 - 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9.</a:t>
            </a:r>
          </a:p>
          <a:p>
            <a:r>
              <a:t>Contains sample bullet points and content for parser testing.</a:t>
            </a:r>
          </a:p>
          <a:p>
            <a:r>
              <a:t>Presentation #2.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Presentation 2 - 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10.</a:t>
            </a:r>
          </a:p>
          <a:p>
            <a:r>
              <a:t>Contains sample bullet points and content for parser testing.</a:t>
            </a:r>
          </a:p>
          <a:p>
            <a:r>
              <a:t>Presentation #2.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